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schemas.openxmlformats.org/officeDocument/2006/relationships/slide" Target="slides/slide7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ff573c996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ff573c996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c56a06669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c56a06669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c56a06669b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c56a06669b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56a06669b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56a06669b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56a06669b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56a06669b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aff573c996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aff573c996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81B50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</a:rPr>
              <a:t>Online Quiz Tournament Platform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32">
                <a:solidFill>
                  <a:schemeClr val="lt1"/>
                </a:solidFill>
              </a:rPr>
              <a:t>B</a:t>
            </a:r>
            <a:r>
              <a:rPr b="1" lang="en-GB" sz="832">
                <a:solidFill>
                  <a:schemeClr val="lt1"/>
                </a:solidFill>
              </a:rPr>
              <a:t>y Samarth Navale</a:t>
            </a:r>
            <a:endParaRPr b="1" sz="832">
              <a:solidFill>
                <a:schemeClr val="lt1"/>
              </a:solidFill>
            </a:endParaRPr>
          </a:p>
        </p:txBody>
      </p:sp>
      <p:pic>
        <p:nvPicPr>
          <p:cNvPr id="55" name="Google Shape;55;p13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2238" y="942350"/>
            <a:ext cx="3819525" cy="120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A81B50"/>
                </a:solidFill>
              </a:rPr>
              <a:t>Index</a:t>
            </a:r>
            <a:endParaRPr b="1">
              <a:solidFill>
                <a:srgbClr val="A81B50"/>
              </a:solidFill>
            </a:endParaRP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Problem Statement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S</a:t>
            </a:r>
            <a:r>
              <a:rPr lang="en-GB"/>
              <a:t>olution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Working (Method/</a:t>
            </a:r>
            <a:r>
              <a:rPr lang="en-GB"/>
              <a:t>Mind map</a:t>
            </a:r>
            <a:r>
              <a:rPr lang="en-GB"/>
              <a:t>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Conclusion.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000"/>
              <a:t>Note: Slides (excluding Thank-you and Introduction slide) should not be more than 4.</a:t>
            </a:r>
            <a:endParaRPr sz="1000"/>
          </a:p>
        </p:txBody>
      </p:sp>
      <p:pic>
        <p:nvPicPr>
          <p:cNvPr id="62" name="Google Shape;62;p14" title="images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199" y="3992274"/>
            <a:ext cx="918100" cy="91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8862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/>
              <a:t>Problem Statement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Problem Statement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Many online quiz platforms only provide </a:t>
            </a:r>
            <a:r>
              <a:rPr b="1" lang="en-GB" sz="1100">
                <a:solidFill>
                  <a:schemeClr val="dk1"/>
                </a:solidFill>
              </a:rPr>
              <a:t>single-player quizzes</a:t>
            </a:r>
            <a:r>
              <a:rPr lang="en-GB" sz="1100">
                <a:solidFill>
                  <a:schemeClr val="dk1"/>
                </a:solidFill>
              </a:rPr>
              <a:t> and do not offer a structured competitive environment. Users cannot compete through multiple rounds or track their performance against other players.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100">
                <a:solidFill>
                  <a:schemeClr val="dk1"/>
                </a:solidFill>
              </a:rPr>
              <a:t>Key Issues: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Lack of </a:t>
            </a:r>
            <a:r>
              <a:rPr b="1" lang="en-GB" sz="1100">
                <a:solidFill>
                  <a:schemeClr val="dk1"/>
                </a:solidFill>
              </a:rPr>
              <a:t>tournament-style quiz systems</a:t>
            </a:r>
            <a:br>
              <a:rPr b="1" lang="en-GB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No </a:t>
            </a:r>
            <a:r>
              <a:rPr b="1" lang="en-GB" sz="1100">
                <a:solidFill>
                  <a:schemeClr val="dk1"/>
                </a:solidFill>
              </a:rPr>
              <a:t>round-based competition</a:t>
            </a:r>
            <a:r>
              <a:rPr lang="en-GB" sz="1100">
                <a:solidFill>
                  <a:schemeClr val="dk1"/>
                </a:solidFill>
              </a:rPr>
              <a:t> (Quarterfinal, Semifinal, Final)</a:t>
            </a:r>
            <a:br>
              <a:rPr lang="en-GB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Limited </a:t>
            </a:r>
            <a:r>
              <a:rPr b="1" lang="en-GB" sz="1100">
                <a:solidFill>
                  <a:schemeClr val="dk1"/>
                </a:solidFill>
              </a:rPr>
              <a:t>ranking or leaderboard tracking</a:t>
            </a:r>
            <a:br>
              <a:rPr b="1" lang="en-GB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Reduced engagement compared to competitive platforms</a:t>
            </a:r>
            <a:br>
              <a:rPr lang="en-GB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GB" sz="1100">
                <a:solidFill>
                  <a:schemeClr val="dk1"/>
                </a:solidFill>
              </a:rPr>
              <a:t>Goal of the Project:</a:t>
            </a:r>
            <a:br>
              <a:rPr b="1" lang="en-GB" sz="1100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Develop a </a:t>
            </a:r>
            <a:r>
              <a:rPr b="1" lang="en-GB" sz="1100">
                <a:solidFill>
                  <a:schemeClr val="dk1"/>
                </a:solidFill>
              </a:rPr>
              <a:t>responsive Online Quiz Tournament Platform</a:t>
            </a:r>
            <a:r>
              <a:rPr lang="en-GB" sz="1100">
                <a:solidFill>
                  <a:schemeClr val="dk1"/>
                </a:solidFill>
              </a:rPr>
              <a:t> where users compete through multiple rounds, answer timed questions, and view their rankings on a leaderboard.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 Solution</a:t>
            </a:r>
            <a:endParaRPr/>
          </a:p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A </a:t>
            </a:r>
            <a:r>
              <a:rPr b="1" lang="en-GB" sz="1100">
                <a:solidFill>
                  <a:schemeClr val="dk1"/>
                </a:solidFill>
              </a:rPr>
              <a:t>responsive Online Quiz Tournament Platform</a:t>
            </a:r>
            <a:r>
              <a:rPr lang="en-GB" sz="1100">
                <a:solidFill>
                  <a:schemeClr val="dk1"/>
                </a:solidFill>
              </a:rPr>
              <a:t> was developed using </a:t>
            </a:r>
            <a:r>
              <a:rPr b="1" lang="en-GB" sz="1100">
                <a:solidFill>
                  <a:schemeClr val="dk1"/>
                </a:solidFill>
              </a:rPr>
              <a:t>HTML5, CSS3, and JavaScript</a:t>
            </a:r>
            <a:r>
              <a:rPr lang="en-GB" sz="1100">
                <a:solidFill>
                  <a:schemeClr val="dk1"/>
                </a:solidFill>
              </a:rPr>
              <a:t> to simulate a competitive quiz environment.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100">
                <a:solidFill>
                  <a:schemeClr val="dk1"/>
                </a:solidFill>
              </a:rPr>
              <a:t>Key Features: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 sz="1100">
                <a:solidFill>
                  <a:schemeClr val="dk1"/>
                </a:solidFill>
              </a:rPr>
              <a:t>Multi-round tournament structure</a:t>
            </a:r>
            <a:br>
              <a:rPr b="1" lang="en-GB" sz="1100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Round 1 → Quarterfinal → Semifinal → Final</a:t>
            </a:r>
            <a:br>
              <a:rPr lang="en-GB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 sz="1100">
                <a:solidFill>
                  <a:schemeClr val="dk1"/>
                </a:solidFill>
              </a:rPr>
              <a:t>Timed multiple-choice questions</a:t>
            </a:r>
            <a:r>
              <a:rPr lang="en-GB" sz="1100">
                <a:solidFill>
                  <a:schemeClr val="dk1"/>
                </a:solidFill>
              </a:rPr>
              <a:t> with automatic countdown</a:t>
            </a:r>
            <a:br>
              <a:rPr lang="en-GB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 sz="1100">
                <a:solidFill>
                  <a:schemeClr val="dk1"/>
                </a:solidFill>
              </a:rPr>
              <a:t>Dynamic scoring system</a:t>
            </a:r>
            <a:r>
              <a:rPr lang="en-GB" sz="1100">
                <a:solidFill>
                  <a:schemeClr val="dk1"/>
                </a:solidFill>
              </a:rPr>
              <a:t> based on correct answers and response speed</a:t>
            </a:r>
            <a:br>
              <a:rPr lang="en-GB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 sz="1100">
                <a:solidFill>
                  <a:schemeClr val="dk1"/>
                </a:solidFill>
              </a:rPr>
              <a:t>Leaderboard system</a:t>
            </a:r>
            <a:r>
              <a:rPr lang="en-GB" sz="1100">
                <a:solidFill>
                  <a:schemeClr val="dk1"/>
                </a:solidFill>
              </a:rPr>
              <a:t> to display player rankings</a:t>
            </a:r>
            <a:br>
              <a:rPr lang="en-GB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 sz="1100">
                <a:solidFill>
                  <a:schemeClr val="dk1"/>
                </a:solidFill>
              </a:rPr>
              <a:t>Player registration and profile tracking</a:t>
            </a:r>
            <a:r>
              <a:rPr lang="en-GB" sz="1100">
                <a:solidFill>
                  <a:schemeClr val="dk1"/>
                </a:solidFill>
              </a:rPr>
              <a:t> using localStorage</a:t>
            </a:r>
            <a:br>
              <a:rPr lang="en-GB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The platform runs entirely in the </a:t>
            </a:r>
            <a:r>
              <a:rPr b="1" lang="en-GB" sz="1100">
                <a:solidFill>
                  <a:schemeClr val="dk1"/>
                </a:solidFill>
              </a:rPr>
              <a:t>browser without a backend</a:t>
            </a:r>
            <a:r>
              <a:rPr lang="en-GB" sz="1100">
                <a:solidFill>
                  <a:schemeClr val="dk1"/>
                </a:solidFill>
              </a:rPr>
              <a:t>, demonstrating how core web technologies can build an interactive and competitive learning application.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93525" y="16483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 Working(Mind Map)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 Conclusion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The </a:t>
            </a:r>
            <a:r>
              <a:rPr b="1" lang="en-GB" sz="1100">
                <a:solidFill>
                  <a:schemeClr val="dk1"/>
                </a:solidFill>
              </a:rPr>
              <a:t>Online Quiz Tournament Platform</a:t>
            </a:r>
            <a:r>
              <a:rPr lang="en-GB" sz="1100">
                <a:solidFill>
                  <a:schemeClr val="dk1"/>
                </a:solidFill>
              </a:rPr>
              <a:t> successfully demonstrates how an interactive quiz competition can be built using </a:t>
            </a:r>
            <a:r>
              <a:rPr b="1" lang="en-GB" sz="1100">
                <a:solidFill>
                  <a:schemeClr val="dk1"/>
                </a:solidFill>
              </a:rPr>
              <a:t>HTML5, CSS, and JavaScript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100">
                <a:solidFill>
                  <a:schemeClr val="dk1"/>
                </a:solidFill>
              </a:rPr>
              <a:t>Key Outcomes: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Implemented a </a:t>
            </a:r>
            <a:r>
              <a:rPr b="1" lang="en-GB" sz="1100">
                <a:solidFill>
                  <a:schemeClr val="dk1"/>
                </a:solidFill>
              </a:rPr>
              <a:t>multi-round tournament structure</a:t>
            </a:r>
            <a:br>
              <a:rPr b="1" lang="en-GB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Integrated </a:t>
            </a:r>
            <a:r>
              <a:rPr b="1" lang="en-GB" sz="1100">
                <a:solidFill>
                  <a:schemeClr val="dk1"/>
                </a:solidFill>
              </a:rPr>
              <a:t>timed questions and dynamic scoring</a:t>
            </a:r>
            <a:br>
              <a:rPr b="1" lang="en-GB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Developed a </a:t>
            </a:r>
            <a:r>
              <a:rPr b="1" lang="en-GB" sz="1100">
                <a:solidFill>
                  <a:schemeClr val="dk1"/>
                </a:solidFill>
              </a:rPr>
              <a:t>leaderboard system for player rankings</a:t>
            </a:r>
            <a:br>
              <a:rPr b="1" lang="en-GB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Built a fully functional platform </a:t>
            </a:r>
            <a:r>
              <a:rPr b="1" lang="en-GB" sz="1100">
                <a:solidFill>
                  <a:schemeClr val="dk1"/>
                </a:solidFill>
              </a:rPr>
              <a:t>without backend integration</a:t>
            </a:r>
            <a:br>
              <a:rPr b="1" lang="en-GB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The project shows how core web technologies can be used to create an engaging and competitive learning platform that simulates real tournament-style quizzes.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81B50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</a:rPr>
              <a:t>Thank You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91" name="Google Shape;91;p19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2238" y="942350"/>
            <a:ext cx="3819525" cy="120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