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6a0666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6a0666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6a06669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56a06669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6a06669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6a06669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6a06669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6a06669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Project title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Stduent Name/Group Name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</a:t>
            </a:r>
            <a:r>
              <a:rPr lang="en-GB"/>
              <a:t>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Problem Statement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Problem Statement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Many online quiz platforms only provide </a:t>
            </a:r>
            <a:r>
              <a:rPr b="1" lang="en-GB" sz="1100">
                <a:solidFill>
                  <a:schemeClr val="dk1"/>
                </a:solidFill>
              </a:rPr>
              <a:t>single-player quizzes</a:t>
            </a:r>
            <a:r>
              <a:rPr lang="en-GB" sz="1100">
                <a:solidFill>
                  <a:schemeClr val="dk1"/>
                </a:solidFill>
              </a:rPr>
              <a:t> and do not offer a structured competitive environment. Users cannot compete through multiple rounds or track their performance against other players.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Key Issues: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Lack of </a:t>
            </a:r>
            <a:r>
              <a:rPr b="1" lang="en-GB" sz="1100">
                <a:solidFill>
                  <a:schemeClr val="dk1"/>
                </a:solidFill>
              </a:rPr>
              <a:t>tournament-style quiz systems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No </a:t>
            </a:r>
            <a:r>
              <a:rPr b="1" lang="en-GB" sz="1100">
                <a:solidFill>
                  <a:schemeClr val="dk1"/>
                </a:solidFill>
              </a:rPr>
              <a:t>round-based competition</a:t>
            </a:r>
            <a:r>
              <a:rPr lang="en-GB" sz="1100">
                <a:solidFill>
                  <a:schemeClr val="dk1"/>
                </a:solidFill>
              </a:rPr>
              <a:t> (Quarterfinal, Semifinal, Final)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Limited </a:t>
            </a:r>
            <a:r>
              <a:rPr b="1" lang="en-GB" sz="1100">
                <a:solidFill>
                  <a:schemeClr val="dk1"/>
                </a:solidFill>
              </a:rPr>
              <a:t>ranking or leaderboard tracking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Reduced engagement compared to competitive platforms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Goal of the Project: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Develop a </a:t>
            </a:r>
            <a:r>
              <a:rPr b="1" lang="en-GB" sz="1100">
                <a:solidFill>
                  <a:schemeClr val="dk1"/>
                </a:solidFill>
              </a:rPr>
              <a:t>responsive Online Quiz Tournament Platform</a:t>
            </a:r>
            <a:r>
              <a:rPr lang="en-GB" sz="1100">
                <a:solidFill>
                  <a:schemeClr val="dk1"/>
                </a:solidFill>
              </a:rPr>
              <a:t> where users compete through multiple rounds, answer timed questions, and view their rankings on a leaderboard.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Solution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 </a:t>
            </a:r>
            <a:r>
              <a:rPr b="1" lang="en-GB" sz="1100">
                <a:solidFill>
                  <a:schemeClr val="dk1"/>
                </a:solidFill>
              </a:rPr>
              <a:t>responsive Online Quiz Tournament Platform</a:t>
            </a:r>
            <a:r>
              <a:rPr lang="en-GB" sz="1100">
                <a:solidFill>
                  <a:schemeClr val="dk1"/>
                </a:solidFill>
              </a:rPr>
              <a:t> was developed using </a:t>
            </a:r>
            <a:r>
              <a:rPr b="1" lang="en-GB" sz="1100">
                <a:solidFill>
                  <a:schemeClr val="dk1"/>
                </a:solidFill>
              </a:rPr>
              <a:t>HTML5, CSS3, and JavaScript</a:t>
            </a:r>
            <a:r>
              <a:rPr lang="en-GB" sz="1100">
                <a:solidFill>
                  <a:schemeClr val="dk1"/>
                </a:solidFill>
              </a:rPr>
              <a:t> to simulate a competitive quiz environment.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Key Features: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Multi-round tournament structure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Round 1 → Quarterfinal → Semifinal → Final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Timed multiple-choice questions</a:t>
            </a:r>
            <a:r>
              <a:rPr lang="en-GB" sz="1100">
                <a:solidFill>
                  <a:schemeClr val="dk1"/>
                </a:solidFill>
              </a:rPr>
              <a:t> with automatic countdown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Dynamic scoring system</a:t>
            </a:r>
            <a:r>
              <a:rPr lang="en-GB" sz="1100">
                <a:solidFill>
                  <a:schemeClr val="dk1"/>
                </a:solidFill>
              </a:rPr>
              <a:t> based on correct answers and response speed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Leaderboard system</a:t>
            </a:r>
            <a:r>
              <a:rPr lang="en-GB" sz="1100">
                <a:solidFill>
                  <a:schemeClr val="dk1"/>
                </a:solidFill>
              </a:rPr>
              <a:t> to display player rankings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Player registration and profile tracking</a:t>
            </a:r>
            <a:r>
              <a:rPr lang="en-GB" sz="1100">
                <a:solidFill>
                  <a:schemeClr val="dk1"/>
                </a:solidFill>
              </a:rPr>
              <a:t> using localStorage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platform runs entirely in the </a:t>
            </a:r>
            <a:r>
              <a:rPr b="1" lang="en-GB" sz="1100">
                <a:solidFill>
                  <a:schemeClr val="dk1"/>
                </a:solidFill>
              </a:rPr>
              <a:t>browser without a backend</a:t>
            </a:r>
            <a:r>
              <a:rPr lang="en-GB" sz="1100">
                <a:solidFill>
                  <a:schemeClr val="dk1"/>
                </a:solidFill>
              </a:rPr>
              <a:t>, demonstrating how core web technologies can build an interactive and competitive learning application.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93525" y="1648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Working(Mind Map)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Conclusion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</a:t>
            </a:r>
            <a:r>
              <a:rPr b="1" lang="en-GB" sz="1100">
                <a:solidFill>
                  <a:schemeClr val="dk1"/>
                </a:solidFill>
              </a:rPr>
              <a:t>Online Quiz Tournament Platform</a:t>
            </a:r>
            <a:r>
              <a:rPr lang="en-GB" sz="1100">
                <a:solidFill>
                  <a:schemeClr val="dk1"/>
                </a:solidFill>
              </a:rPr>
              <a:t> successfully demonstrates how an interactive quiz competition can be built using </a:t>
            </a:r>
            <a:r>
              <a:rPr b="1" lang="en-GB" sz="1100">
                <a:solidFill>
                  <a:schemeClr val="dk1"/>
                </a:solidFill>
              </a:rPr>
              <a:t>HTML5, CSS, and JavaScript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Key Outcomes: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Implemented a </a:t>
            </a:r>
            <a:r>
              <a:rPr b="1" lang="en-GB" sz="1100">
                <a:solidFill>
                  <a:schemeClr val="dk1"/>
                </a:solidFill>
              </a:rPr>
              <a:t>multi-round tournament structure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Integrated </a:t>
            </a:r>
            <a:r>
              <a:rPr b="1" lang="en-GB" sz="1100">
                <a:solidFill>
                  <a:schemeClr val="dk1"/>
                </a:solidFill>
              </a:rPr>
              <a:t>timed questions and dynamic scoring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Developed a </a:t>
            </a:r>
            <a:r>
              <a:rPr b="1" lang="en-GB" sz="1100">
                <a:solidFill>
                  <a:schemeClr val="dk1"/>
                </a:solidFill>
              </a:rPr>
              <a:t>leaderboard system for player rankings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Built a fully functional platform </a:t>
            </a:r>
            <a:r>
              <a:rPr b="1" lang="en-GB" sz="1100">
                <a:solidFill>
                  <a:schemeClr val="dk1"/>
                </a:solidFill>
              </a:rPr>
              <a:t>without backend integration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project shows how core web technologies can be used to create an engaging and competitive learning platform that simulates real tournament-style quizzes.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1" name="Google Shape;91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